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fi-FI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5" d="100"/>
          <a:sy n="85" d="100"/>
        </p:scale>
        <p:origin x="398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Otsikko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76C2B22D-5353-8223-E040-59CC2CCB09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i-FI"/>
              <a:t>Muokkaa ots. perustyyl. napsautt.</a:t>
            </a:r>
          </a:p>
        </p:txBody>
      </p:sp>
      <p:sp>
        <p:nvSpPr>
          <p:cNvPr id="3" name="Alaotsikko 2">
            <a:extLst>
              <a:ext uri="{FF2B5EF4-FFF2-40B4-BE49-F238E27FC236}">
                <a16:creationId xmlns:a16="http://schemas.microsoft.com/office/drawing/2014/main" id="{3CFF4542-07B1-7AC8-BD05-F22DDE3A28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i-FI"/>
              <a:t>Muokkaa alaotsikon perustyyliä napsautt.</a:t>
            </a:r>
          </a:p>
        </p:txBody>
      </p:sp>
      <p:sp>
        <p:nvSpPr>
          <p:cNvPr id="4" name="Päivämäärän paikkamerkki 3">
            <a:extLst>
              <a:ext uri="{FF2B5EF4-FFF2-40B4-BE49-F238E27FC236}">
                <a16:creationId xmlns:a16="http://schemas.microsoft.com/office/drawing/2014/main" id="{AA644F3D-EDFB-02C4-6BAE-E7ADF2A68D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DE2E7-DD13-434B-8736-E41092908FAF}" type="datetimeFigureOut">
              <a:rPr lang="fi-FI" smtClean="0"/>
              <a:t>19.11.2025</a:t>
            </a:fld>
            <a:endParaRPr lang="fi-FI"/>
          </a:p>
        </p:txBody>
      </p:sp>
      <p:sp>
        <p:nvSpPr>
          <p:cNvPr id="5" name="Alatunnisteen paikkamerkki 4">
            <a:extLst>
              <a:ext uri="{FF2B5EF4-FFF2-40B4-BE49-F238E27FC236}">
                <a16:creationId xmlns:a16="http://schemas.microsoft.com/office/drawing/2014/main" id="{38777C9F-66C4-6DFA-721D-C7E7AD580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6" name="Dian numeron paikkamerkki 5">
            <a:extLst>
              <a:ext uri="{FF2B5EF4-FFF2-40B4-BE49-F238E27FC236}">
                <a16:creationId xmlns:a16="http://schemas.microsoft.com/office/drawing/2014/main" id="{97D1043D-02DA-FDB7-DC8A-BD4673868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AE2194-CA35-4DC0-ADA0-64D1754225C4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29227685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tsikko ja sisält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BBEE3F8A-7657-6385-AF4E-BE5C95ADE5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i-FI"/>
              <a:t>Muokkaa ots. perustyyl. napsautt.</a:t>
            </a:r>
          </a:p>
        </p:txBody>
      </p:sp>
      <p:sp>
        <p:nvSpPr>
          <p:cNvPr id="3" name="Sisällön paikkamerkki 2">
            <a:extLst>
              <a:ext uri="{FF2B5EF4-FFF2-40B4-BE49-F238E27FC236}">
                <a16:creationId xmlns:a16="http://schemas.microsoft.com/office/drawing/2014/main" id="{825E146E-91EE-ACB6-8316-3E5FDDB289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4" name="Päivämäärän paikkamerkki 3">
            <a:extLst>
              <a:ext uri="{FF2B5EF4-FFF2-40B4-BE49-F238E27FC236}">
                <a16:creationId xmlns:a16="http://schemas.microsoft.com/office/drawing/2014/main" id="{5CC0684F-0B78-D33E-24F7-41E6832CEA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DE2E7-DD13-434B-8736-E41092908FAF}" type="datetimeFigureOut">
              <a:rPr lang="fi-FI" smtClean="0"/>
              <a:t>19.11.2025</a:t>
            </a:fld>
            <a:endParaRPr lang="fi-FI"/>
          </a:p>
        </p:txBody>
      </p:sp>
      <p:sp>
        <p:nvSpPr>
          <p:cNvPr id="5" name="Alatunnisteen paikkamerkki 4">
            <a:extLst>
              <a:ext uri="{FF2B5EF4-FFF2-40B4-BE49-F238E27FC236}">
                <a16:creationId xmlns:a16="http://schemas.microsoft.com/office/drawing/2014/main" id="{312F6DD1-1B65-0313-93B9-3475483BA9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6" name="Dian numeron paikkamerkki 5">
            <a:extLst>
              <a:ext uri="{FF2B5EF4-FFF2-40B4-BE49-F238E27FC236}">
                <a16:creationId xmlns:a16="http://schemas.microsoft.com/office/drawing/2014/main" id="{190CD544-00E6-6596-9E79-8D3DDFD5E8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AE2194-CA35-4DC0-ADA0-64D1754225C4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30641718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Osan ylätunnis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ECB286C9-AC63-FFE5-16C1-D2EA7CB1ED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i-FI"/>
              <a:t>Muokkaa ots. perustyyl. napsautt.</a:t>
            </a:r>
          </a:p>
        </p:txBody>
      </p:sp>
      <p:sp>
        <p:nvSpPr>
          <p:cNvPr id="3" name="Tekstin paikkamerkki 2">
            <a:extLst>
              <a:ext uri="{FF2B5EF4-FFF2-40B4-BE49-F238E27FC236}">
                <a16:creationId xmlns:a16="http://schemas.microsoft.com/office/drawing/2014/main" id="{BC8549E4-CB3F-40AF-D7FB-8F1E044D64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i-FI"/>
              <a:t>Muokkaa tekstin perustyylejä napsauttamalla</a:t>
            </a:r>
          </a:p>
        </p:txBody>
      </p:sp>
      <p:sp>
        <p:nvSpPr>
          <p:cNvPr id="4" name="Päivämäärän paikkamerkki 3">
            <a:extLst>
              <a:ext uri="{FF2B5EF4-FFF2-40B4-BE49-F238E27FC236}">
                <a16:creationId xmlns:a16="http://schemas.microsoft.com/office/drawing/2014/main" id="{C686769A-A562-1FCD-75F3-B529E32CC1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DE2E7-DD13-434B-8736-E41092908FAF}" type="datetimeFigureOut">
              <a:rPr lang="fi-FI" smtClean="0"/>
              <a:t>19.11.2025</a:t>
            </a:fld>
            <a:endParaRPr lang="fi-FI"/>
          </a:p>
        </p:txBody>
      </p:sp>
      <p:sp>
        <p:nvSpPr>
          <p:cNvPr id="5" name="Alatunnisteen paikkamerkki 4">
            <a:extLst>
              <a:ext uri="{FF2B5EF4-FFF2-40B4-BE49-F238E27FC236}">
                <a16:creationId xmlns:a16="http://schemas.microsoft.com/office/drawing/2014/main" id="{1D783CDE-6080-0828-9D62-1CE75D1D3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6" name="Dian numeron paikkamerkki 5">
            <a:extLst>
              <a:ext uri="{FF2B5EF4-FFF2-40B4-BE49-F238E27FC236}">
                <a16:creationId xmlns:a16="http://schemas.microsoft.com/office/drawing/2014/main" id="{0EC4875D-6C76-1909-D14C-44572D130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AE2194-CA35-4DC0-ADA0-64D1754225C4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29207208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Kaksi sisältökohdet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B65753EC-1829-ECDF-BDEF-055D4D426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i-FI"/>
              <a:t>Muokkaa ots. perustyyl. napsautt.</a:t>
            </a:r>
          </a:p>
        </p:txBody>
      </p:sp>
      <p:sp>
        <p:nvSpPr>
          <p:cNvPr id="3" name="Sisällön paikkamerkki 2">
            <a:extLst>
              <a:ext uri="{FF2B5EF4-FFF2-40B4-BE49-F238E27FC236}">
                <a16:creationId xmlns:a16="http://schemas.microsoft.com/office/drawing/2014/main" id="{AE314463-AF30-DF26-6AA2-B642EF7989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4" name="Sisällön paikkamerkki 3">
            <a:extLst>
              <a:ext uri="{FF2B5EF4-FFF2-40B4-BE49-F238E27FC236}">
                <a16:creationId xmlns:a16="http://schemas.microsoft.com/office/drawing/2014/main" id="{9F40D3F6-CD6E-6D70-C6BF-2A98309583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5" name="Päivämäärän paikkamerkki 4">
            <a:extLst>
              <a:ext uri="{FF2B5EF4-FFF2-40B4-BE49-F238E27FC236}">
                <a16:creationId xmlns:a16="http://schemas.microsoft.com/office/drawing/2014/main" id="{892A9619-6362-511C-517E-B253A341E5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DE2E7-DD13-434B-8736-E41092908FAF}" type="datetimeFigureOut">
              <a:rPr lang="fi-FI" smtClean="0"/>
              <a:t>19.11.2025</a:t>
            </a:fld>
            <a:endParaRPr lang="fi-FI"/>
          </a:p>
        </p:txBody>
      </p:sp>
      <p:sp>
        <p:nvSpPr>
          <p:cNvPr id="6" name="Alatunnisteen paikkamerkki 5">
            <a:extLst>
              <a:ext uri="{FF2B5EF4-FFF2-40B4-BE49-F238E27FC236}">
                <a16:creationId xmlns:a16="http://schemas.microsoft.com/office/drawing/2014/main" id="{AD53AC47-8CEB-8854-CAE8-CBA6FB67C7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7" name="Dian numeron paikkamerkki 6">
            <a:extLst>
              <a:ext uri="{FF2B5EF4-FFF2-40B4-BE49-F238E27FC236}">
                <a16:creationId xmlns:a16="http://schemas.microsoft.com/office/drawing/2014/main" id="{2E31D43D-34B1-37CB-D3B6-7FC4E8AB3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AE2194-CA35-4DC0-ADA0-64D1754225C4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41511834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tail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A2B84CEC-D139-4E26-1C40-A91C76B09B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i-FI"/>
              <a:t>Muokkaa ots. perustyyl. napsautt.</a:t>
            </a:r>
          </a:p>
        </p:txBody>
      </p:sp>
      <p:sp>
        <p:nvSpPr>
          <p:cNvPr id="3" name="Tekstin paikkamerkki 2">
            <a:extLst>
              <a:ext uri="{FF2B5EF4-FFF2-40B4-BE49-F238E27FC236}">
                <a16:creationId xmlns:a16="http://schemas.microsoft.com/office/drawing/2014/main" id="{2CBC9418-2198-D0E1-E222-573C94552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i-FI"/>
              <a:t>Muokkaa tekstin perustyylejä napsauttamalla</a:t>
            </a:r>
          </a:p>
        </p:txBody>
      </p:sp>
      <p:sp>
        <p:nvSpPr>
          <p:cNvPr id="4" name="Sisällön paikkamerkki 3">
            <a:extLst>
              <a:ext uri="{FF2B5EF4-FFF2-40B4-BE49-F238E27FC236}">
                <a16:creationId xmlns:a16="http://schemas.microsoft.com/office/drawing/2014/main" id="{EB4F57E6-4FF5-714A-5906-4B4CE9D37D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5" name="Tekstin paikkamerkki 4">
            <a:extLst>
              <a:ext uri="{FF2B5EF4-FFF2-40B4-BE49-F238E27FC236}">
                <a16:creationId xmlns:a16="http://schemas.microsoft.com/office/drawing/2014/main" id="{63980D13-B70A-1CAE-7524-BF0A67BA2F6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i-FI"/>
              <a:t>Muokkaa tekstin perustyylejä napsauttamalla</a:t>
            </a:r>
          </a:p>
        </p:txBody>
      </p:sp>
      <p:sp>
        <p:nvSpPr>
          <p:cNvPr id="6" name="Sisällön paikkamerkki 5">
            <a:extLst>
              <a:ext uri="{FF2B5EF4-FFF2-40B4-BE49-F238E27FC236}">
                <a16:creationId xmlns:a16="http://schemas.microsoft.com/office/drawing/2014/main" id="{C5E34013-FA61-1831-32EE-DB2E1B789E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7" name="Päivämäärän paikkamerkki 6">
            <a:extLst>
              <a:ext uri="{FF2B5EF4-FFF2-40B4-BE49-F238E27FC236}">
                <a16:creationId xmlns:a16="http://schemas.microsoft.com/office/drawing/2014/main" id="{122E5E33-8F50-7913-198D-7D232BA9EC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DE2E7-DD13-434B-8736-E41092908FAF}" type="datetimeFigureOut">
              <a:rPr lang="fi-FI" smtClean="0"/>
              <a:t>19.11.2025</a:t>
            </a:fld>
            <a:endParaRPr lang="fi-FI"/>
          </a:p>
        </p:txBody>
      </p:sp>
      <p:sp>
        <p:nvSpPr>
          <p:cNvPr id="8" name="Alatunnisteen paikkamerkki 7">
            <a:extLst>
              <a:ext uri="{FF2B5EF4-FFF2-40B4-BE49-F238E27FC236}">
                <a16:creationId xmlns:a16="http://schemas.microsoft.com/office/drawing/2014/main" id="{4FA37D19-B8CD-8B2C-A184-66F5939965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9" name="Dian numeron paikkamerkki 8">
            <a:extLst>
              <a:ext uri="{FF2B5EF4-FFF2-40B4-BE49-F238E27FC236}">
                <a16:creationId xmlns:a16="http://schemas.microsoft.com/office/drawing/2014/main" id="{5A461420-0B43-0262-0F9F-BBD2FD1B69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AE2194-CA35-4DC0-ADA0-64D1754225C4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3871304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Vain otsikk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0B264C55-7A7F-9C50-AFDC-21521E4BF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i-FI"/>
              <a:t>Muokkaa ots. perustyyl. napsautt.</a:t>
            </a:r>
          </a:p>
        </p:txBody>
      </p:sp>
      <p:sp>
        <p:nvSpPr>
          <p:cNvPr id="3" name="Päivämäärän paikkamerkki 2">
            <a:extLst>
              <a:ext uri="{FF2B5EF4-FFF2-40B4-BE49-F238E27FC236}">
                <a16:creationId xmlns:a16="http://schemas.microsoft.com/office/drawing/2014/main" id="{113BC3C3-5F71-491C-E503-60A3058C83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DE2E7-DD13-434B-8736-E41092908FAF}" type="datetimeFigureOut">
              <a:rPr lang="fi-FI" smtClean="0"/>
              <a:t>19.11.2025</a:t>
            </a:fld>
            <a:endParaRPr lang="fi-FI"/>
          </a:p>
        </p:txBody>
      </p:sp>
      <p:sp>
        <p:nvSpPr>
          <p:cNvPr id="4" name="Alatunnisteen paikkamerkki 3">
            <a:extLst>
              <a:ext uri="{FF2B5EF4-FFF2-40B4-BE49-F238E27FC236}">
                <a16:creationId xmlns:a16="http://schemas.microsoft.com/office/drawing/2014/main" id="{2CFFB732-56F4-3A9B-5C72-5F738CF0F2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5" name="Dian numeron paikkamerkki 4">
            <a:extLst>
              <a:ext uri="{FF2B5EF4-FFF2-40B4-BE49-F238E27FC236}">
                <a16:creationId xmlns:a16="http://schemas.microsoft.com/office/drawing/2014/main" id="{C2C83F6A-4341-781D-4017-B5C48B2C78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AE2194-CA35-4DC0-ADA0-64D1754225C4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12960461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yhjä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äivämäärän paikkamerkki 1">
            <a:extLst>
              <a:ext uri="{FF2B5EF4-FFF2-40B4-BE49-F238E27FC236}">
                <a16:creationId xmlns:a16="http://schemas.microsoft.com/office/drawing/2014/main" id="{A074F22A-3C89-A20A-0F3F-5271B92DF6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DE2E7-DD13-434B-8736-E41092908FAF}" type="datetimeFigureOut">
              <a:rPr lang="fi-FI" smtClean="0"/>
              <a:t>19.11.2025</a:t>
            </a:fld>
            <a:endParaRPr lang="fi-FI"/>
          </a:p>
        </p:txBody>
      </p:sp>
      <p:sp>
        <p:nvSpPr>
          <p:cNvPr id="3" name="Alatunnisteen paikkamerkki 2">
            <a:extLst>
              <a:ext uri="{FF2B5EF4-FFF2-40B4-BE49-F238E27FC236}">
                <a16:creationId xmlns:a16="http://schemas.microsoft.com/office/drawing/2014/main" id="{06E054A9-E68D-3026-C9AC-FEF9ABCC2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4" name="Dian numeron paikkamerkki 3">
            <a:extLst>
              <a:ext uri="{FF2B5EF4-FFF2-40B4-BE49-F238E27FC236}">
                <a16:creationId xmlns:a16="http://schemas.microsoft.com/office/drawing/2014/main" id="{57A11121-0112-9493-3D77-8F4CB5DD7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AE2194-CA35-4DC0-ADA0-64D1754225C4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29739045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Kuvatekstillinen sisält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3FFBD028-7B7D-8863-8406-2CB7824AD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i-FI"/>
              <a:t>Muokkaa ots. perustyyl. napsautt.</a:t>
            </a:r>
          </a:p>
        </p:txBody>
      </p:sp>
      <p:sp>
        <p:nvSpPr>
          <p:cNvPr id="3" name="Sisällön paikkamerkki 2">
            <a:extLst>
              <a:ext uri="{FF2B5EF4-FFF2-40B4-BE49-F238E27FC236}">
                <a16:creationId xmlns:a16="http://schemas.microsoft.com/office/drawing/2014/main" id="{F66474D4-9CBD-4204-EF2D-E6B8A1EC9C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4" name="Tekstin paikkamerkki 3">
            <a:extLst>
              <a:ext uri="{FF2B5EF4-FFF2-40B4-BE49-F238E27FC236}">
                <a16:creationId xmlns:a16="http://schemas.microsoft.com/office/drawing/2014/main" id="{C3BE674D-8D53-44C0-B7B4-3448AB543C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i-FI"/>
              <a:t>Muokkaa tekstin perustyylejä napsauttamalla</a:t>
            </a:r>
          </a:p>
        </p:txBody>
      </p:sp>
      <p:sp>
        <p:nvSpPr>
          <p:cNvPr id="5" name="Päivämäärän paikkamerkki 4">
            <a:extLst>
              <a:ext uri="{FF2B5EF4-FFF2-40B4-BE49-F238E27FC236}">
                <a16:creationId xmlns:a16="http://schemas.microsoft.com/office/drawing/2014/main" id="{59B6F4EA-9330-17CD-05A7-E76DAB4DE1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DE2E7-DD13-434B-8736-E41092908FAF}" type="datetimeFigureOut">
              <a:rPr lang="fi-FI" smtClean="0"/>
              <a:t>19.11.2025</a:t>
            </a:fld>
            <a:endParaRPr lang="fi-FI"/>
          </a:p>
        </p:txBody>
      </p:sp>
      <p:sp>
        <p:nvSpPr>
          <p:cNvPr id="6" name="Alatunnisteen paikkamerkki 5">
            <a:extLst>
              <a:ext uri="{FF2B5EF4-FFF2-40B4-BE49-F238E27FC236}">
                <a16:creationId xmlns:a16="http://schemas.microsoft.com/office/drawing/2014/main" id="{7C1317F9-2548-62A8-B3E7-081E199996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7" name="Dian numeron paikkamerkki 6">
            <a:extLst>
              <a:ext uri="{FF2B5EF4-FFF2-40B4-BE49-F238E27FC236}">
                <a16:creationId xmlns:a16="http://schemas.microsoft.com/office/drawing/2014/main" id="{180E92C1-25AA-D8C5-F857-E30F6020C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AE2194-CA35-4DC0-ADA0-64D1754225C4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41460693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uvatekstillinen kuv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28741F31-6D1D-FFE7-005C-C71A746AF4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i-FI"/>
              <a:t>Muokkaa ots. perustyyl. napsautt.</a:t>
            </a:r>
          </a:p>
        </p:txBody>
      </p:sp>
      <p:sp>
        <p:nvSpPr>
          <p:cNvPr id="3" name="Kuvan paikkamerkki 2">
            <a:extLst>
              <a:ext uri="{FF2B5EF4-FFF2-40B4-BE49-F238E27FC236}">
                <a16:creationId xmlns:a16="http://schemas.microsoft.com/office/drawing/2014/main" id="{8665BB10-F1D1-EB64-ED0F-397FE64D68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i-FI"/>
          </a:p>
        </p:txBody>
      </p:sp>
      <p:sp>
        <p:nvSpPr>
          <p:cNvPr id="4" name="Tekstin paikkamerkki 3">
            <a:extLst>
              <a:ext uri="{FF2B5EF4-FFF2-40B4-BE49-F238E27FC236}">
                <a16:creationId xmlns:a16="http://schemas.microsoft.com/office/drawing/2014/main" id="{5884CAF3-9684-6421-1D4E-EEB7C09349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i-FI"/>
              <a:t>Muokkaa tekstin perustyylejä napsauttamalla</a:t>
            </a:r>
          </a:p>
        </p:txBody>
      </p:sp>
      <p:sp>
        <p:nvSpPr>
          <p:cNvPr id="5" name="Päivämäärän paikkamerkki 4">
            <a:extLst>
              <a:ext uri="{FF2B5EF4-FFF2-40B4-BE49-F238E27FC236}">
                <a16:creationId xmlns:a16="http://schemas.microsoft.com/office/drawing/2014/main" id="{14B5B0DC-E6DE-25B5-7D25-645506E236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DE2E7-DD13-434B-8736-E41092908FAF}" type="datetimeFigureOut">
              <a:rPr lang="fi-FI" smtClean="0"/>
              <a:t>19.11.2025</a:t>
            </a:fld>
            <a:endParaRPr lang="fi-FI"/>
          </a:p>
        </p:txBody>
      </p:sp>
      <p:sp>
        <p:nvSpPr>
          <p:cNvPr id="6" name="Alatunnisteen paikkamerkki 5">
            <a:extLst>
              <a:ext uri="{FF2B5EF4-FFF2-40B4-BE49-F238E27FC236}">
                <a16:creationId xmlns:a16="http://schemas.microsoft.com/office/drawing/2014/main" id="{8336A3F1-825C-5C6C-AA3B-147C9270C4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7" name="Dian numeron paikkamerkki 6">
            <a:extLst>
              <a:ext uri="{FF2B5EF4-FFF2-40B4-BE49-F238E27FC236}">
                <a16:creationId xmlns:a16="http://schemas.microsoft.com/office/drawing/2014/main" id="{F676BF9F-7DEF-6A99-E499-BBAF476DE7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AE2194-CA35-4DC0-ADA0-64D1754225C4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37536620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Otsikko ja pystysuora teks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6252A30F-BA28-3500-D46B-48DBB4F1CC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i-FI"/>
              <a:t>Muokkaa ots. perustyyl. napsautt.</a:t>
            </a:r>
          </a:p>
        </p:txBody>
      </p:sp>
      <p:sp>
        <p:nvSpPr>
          <p:cNvPr id="3" name="Pystysuoran tekstin paikkamerkki 2">
            <a:extLst>
              <a:ext uri="{FF2B5EF4-FFF2-40B4-BE49-F238E27FC236}">
                <a16:creationId xmlns:a16="http://schemas.microsoft.com/office/drawing/2014/main" id="{3F14E5C9-6DF9-B850-D0DD-DC54F41D4C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4" name="Päivämäärän paikkamerkki 3">
            <a:extLst>
              <a:ext uri="{FF2B5EF4-FFF2-40B4-BE49-F238E27FC236}">
                <a16:creationId xmlns:a16="http://schemas.microsoft.com/office/drawing/2014/main" id="{E03BC81C-D1FF-F99B-82E7-BEEB8DDBA4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DE2E7-DD13-434B-8736-E41092908FAF}" type="datetimeFigureOut">
              <a:rPr lang="fi-FI" smtClean="0"/>
              <a:t>19.11.2025</a:t>
            </a:fld>
            <a:endParaRPr lang="fi-FI"/>
          </a:p>
        </p:txBody>
      </p:sp>
      <p:sp>
        <p:nvSpPr>
          <p:cNvPr id="5" name="Alatunnisteen paikkamerkki 4">
            <a:extLst>
              <a:ext uri="{FF2B5EF4-FFF2-40B4-BE49-F238E27FC236}">
                <a16:creationId xmlns:a16="http://schemas.microsoft.com/office/drawing/2014/main" id="{A3885D6D-94CA-1B11-7901-72183D3F3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6" name="Dian numeron paikkamerkki 5">
            <a:extLst>
              <a:ext uri="{FF2B5EF4-FFF2-40B4-BE49-F238E27FC236}">
                <a16:creationId xmlns:a16="http://schemas.microsoft.com/office/drawing/2014/main" id="{8CB450B4-EFEF-5564-7483-F700AAA5B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AE2194-CA35-4DC0-ADA0-64D1754225C4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5481300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Pystysuora otsikko ja teks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ystysuora otsikko 1">
            <a:extLst>
              <a:ext uri="{FF2B5EF4-FFF2-40B4-BE49-F238E27FC236}">
                <a16:creationId xmlns:a16="http://schemas.microsoft.com/office/drawing/2014/main" id="{8E6B959F-59C1-EA20-4078-1AF13A26CA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i-FI"/>
              <a:t>Muokkaa ots. perustyyl. napsautt.</a:t>
            </a:r>
          </a:p>
        </p:txBody>
      </p:sp>
      <p:sp>
        <p:nvSpPr>
          <p:cNvPr id="3" name="Pystysuoran tekstin paikkamerkki 2">
            <a:extLst>
              <a:ext uri="{FF2B5EF4-FFF2-40B4-BE49-F238E27FC236}">
                <a16:creationId xmlns:a16="http://schemas.microsoft.com/office/drawing/2014/main" id="{1B5D6791-39B2-5339-35B7-9997566776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4" name="Päivämäärän paikkamerkki 3">
            <a:extLst>
              <a:ext uri="{FF2B5EF4-FFF2-40B4-BE49-F238E27FC236}">
                <a16:creationId xmlns:a16="http://schemas.microsoft.com/office/drawing/2014/main" id="{93762FBC-F89E-B620-3C66-A421E7EAF0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DE2E7-DD13-434B-8736-E41092908FAF}" type="datetimeFigureOut">
              <a:rPr lang="fi-FI" smtClean="0"/>
              <a:t>19.11.2025</a:t>
            </a:fld>
            <a:endParaRPr lang="fi-FI"/>
          </a:p>
        </p:txBody>
      </p:sp>
      <p:sp>
        <p:nvSpPr>
          <p:cNvPr id="5" name="Alatunnisteen paikkamerkki 4">
            <a:extLst>
              <a:ext uri="{FF2B5EF4-FFF2-40B4-BE49-F238E27FC236}">
                <a16:creationId xmlns:a16="http://schemas.microsoft.com/office/drawing/2014/main" id="{DAEF0BBD-F06D-A6D6-3FE0-C16E599FC2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6" name="Dian numeron paikkamerkki 5">
            <a:extLst>
              <a:ext uri="{FF2B5EF4-FFF2-40B4-BE49-F238E27FC236}">
                <a16:creationId xmlns:a16="http://schemas.microsoft.com/office/drawing/2014/main" id="{8764971B-C5E6-5A01-69B6-18BF491C6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AE2194-CA35-4DC0-ADA0-64D1754225C4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18743856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on paikkamerkki 1">
            <a:extLst>
              <a:ext uri="{FF2B5EF4-FFF2-40B4-BE49-F238E27FC236}">
                <a16:creationId xmlns:a16="http://schemas.microsoft.com/office/drawing/2014/main" id="{66C532BB-8C36-6DA2-8BB4-9BB3DD51A5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i-FI"/>
              <a:t>Muokkaa ots. perustyyl. napsautt.</a:t>
            </a:r>
          </a:p>
        </p:txBody>
      </p:sp>
      <p:sp>
        <p:nvSpPr>
          <p:cNvPr id="3" name="Tekstin paikkamerkki 2">
            <a:extLst>
              <a:ext uri="{FF2B5EF4-FFF2-40B4-BE49-F238E27FC236}">
                <a16:creationId xmlns:a16="http://schemas.microsoft.com/office/drawing/2014/main" id="{AC3C54D0-0476-61FF-8303-1F594CECB2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4" name="Päivämäärän paikkamerkki 3">
            <a:extLst>
              <a:ext uri="{FF2B5EF4-FFF2-40B4-BE49-F238E27FC236}">
                <a16:creationId xmlns:a16="http://schemas.microsoft.com/office/drawing/2014/main" id="{242AD835-84A7-73CF-E27A-59EC2CEDFB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16DE2E7-DD13-434B-8736-E41092908FAF}" type="datetimeFigureOut">
              <a:rPr lang="fi-FI" smtClean="0"/>
              <a:t>19.11.2025</a:t>
            </a:fld>
            <a:endParaRPr lang="fi-FI"/>
          </a:p>
        </p:txBody>
      </p:sp>
      <p:sp>
        <p:nvSpPr>
          <p:cNvPr id="5" name="Alatunnisteen paikkamerkki 4">
            <a:extLst>
              <a:ext uri="{FF2B5EF4-FFF2-40B4-BE49-F238E27FC236}">
                <a16:creationId xmlns:a16="http://schemas.microsoft.com/office/drawing/2014/main" id="{1F8DCAB4-13E8-6363-8D77-4313D8EB04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i-FI"/>
          </a:p>
        </p:txBody>
      </p:sp>
      <p:sp>
        <p:nvSpPr>
          <p:cNvPr id="6" name="Dian numeron paikkamerkki 5">
            <a:extLst>
              <a:ext uri="{FF2B5EF4-FFF2-40B4-BE49-F238E27FC236}">
                <a16:creationId xmlns:a16="http://schemas.microsoft.com/office/drawing/2014/main" id="{4DD4046E-3E9C-0D4A-6562-A0669AE5AE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AE2194-CA35-4DC0-ADA0-64D1754225C4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1982569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i-FI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A352BD35-CEFB-63BB-997D-4CD9A76DE57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i-FI" dirty="0" err="1"/>
              <a:t>First</a:t>
            </a:r>
            <a:r>
              <a:rPr lang="fi-FI" dirty="0"/>
              <a:t> </a:t>
            </a:r>
            <a:r>
              <a:rPr lang="fi-FI"/>
              <a:t>slide</a:t>
            </a:r>
          </a:p>
        </p:txBody>
      </p:sp>
      <p:sp>
        <p:nvSpPr>
          <p:cNvPr id="3" name="Alaotsikko 2">
            <a:extLst>
              <a:ext uri="{FF2B5EF4-FFF2-40B4-BE49-F238E27FC236}">
                <a16:creationId xmlns:a16="http://schemas.microsoft.com/office/drawing/2014/main" id="{9D934FDA-D8C4-A19C-BA3F-032A03495EB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15826952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</Words>
  <Application>Microsoft Office PowerPoint</Application>
  <PresentationFormat>Laajakuva</PresentationFormat>
  <Paragraphs>1</Paragraphs>
  <Slides>1</Slides>
  <Notes>0</Notes>
  <HiddenSlides>0</HiddenSlides>
  <MMClips>0</MMClips>
  <ScaleCrop>false</ScaleCrop>
  <HeadingPairs>
    <vt:vector size="6" baseType="variant">
      <vt:variant>
        <vt:lpstr>Käytetyt fontit</vt:lpstr>
      </vt:variant>
      <vt:variant>
        <vt:i4>3</vt:i4>
      </vt:variant>
      <vt:variant>
        <vt:lpstr>Teema</vt:lpstr>
      </vt:variant>
      <vt:variant>
        <vt:i4>1</vt:i4>
      </vt:variant>
      <vt:variant>
        <vt:lpstr>Dian otsikot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Office-teema</vt:lpstr>
      <vt:lpstr>First slide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Launonen, Joona</dc:creator>
  <cp:lastModifiedBy>Launonen, Joona</cp:lastModifiedBy>
  <cp:revision>2</cp:revision>
  <dcterms:created xsi:type="dcterms:W3CDTF">2025-11-19T09:13:50Z</dcterms:created>
  <dcterms:modified xsi:type="dcterms:W3CDTF">2025-11-19T09:14:44Z</dcterms:modified>
</cp:coreProperties>
</file>