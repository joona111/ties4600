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60" r:id="rId5"/>
    <p:sldId id="258" r:id="rId6"/>
    <p:sldId id="259" r:id="rId7"/>
    <p:sldId id="261" r:id="rId8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6C2B22D-5353-8223-E040-59CC2CCB0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3CFF4542-07B1-7AC8-BD05-F22DDE3A2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AA644F3D-EDFB-02C4-6BAE-E7ADF2A68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8777C9F-66C4-6DFA-721D-C7E7AD58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7D1043D-02DA-FDB7-DC8A-BD4673868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2768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BEE3F8A-7657-6385-AF4E-BE5C95AD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25E146E-91EE-ACB6-8316-3E5FDDB28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5CC0684F-0B78-D33E-24F7-41E6832C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12F6DD1-1B65-0313-93B9-3475483BA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190CD544-00E6-6596-9E79-8D3DDFD5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064171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CB286C9-AC63-FFE5-16C1-D2EA7CB1E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BC8549E4-CB3F-40AF-D7FB-8F1E044D6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C686769A-A562-1FCD-75F3-B529E32CC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D783CDE-6080-0828-9D62-1CE75D1D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EC4875D-6C76-1909-D14C-44572D13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072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65753EC-1829-ECDF-BDEF-055D4D426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E314463-AF30-DF26-6AA2-B642EF7989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9F40D3F6-CD6E-6D70-C6BF-2A9830958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892A9619-6362-511C-517E-B253A341E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AD53AC47-8CEB-8854-CAE8-CBA6FB67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2E31D43D-34B1-37CB-D3B6-7FC4E8AB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51183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2B84CEC-D139-4E26-1C40-A91C76B09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2CBC9418-2198-D0E1-E222-573C94552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EB4F57E6-4FF5-714A-5906-4B4CE9D37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63980D13-B70A-1CAE-7524-BF0A67BA2F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C5E34013-FA61-1831-32EE-DB2E1B789E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122E5E33-8F50-7913-198D-7D232BA9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4FA37D19-B8CD-8B2C-A184-66F59399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5A461420-0B43-0262-0F9F-BBD2FD1B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87130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B264C55-7A7F-9C50-AFDC-21521E4BF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113BC3C3-5F71-491C-E503-60A3058C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2CFFB732-56F4-3A9B-5C72-5F738CF0F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C2C83F6A-4341-781D-4017-B5C48B2C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9604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A074F22A-3C89-A20A-0F3F-5271B92DF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06E054A9-E68D-3026-C9AC-FEF9ABCC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57A11121-0112-9493-3D77-8F4CB5DD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7390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FFBD028-7B7D-8863-8406-2CB7824AD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F66474D4-9CBD-4204-EF2D-E6B8A1EC9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C3BE674D-8D53-44C0-B7B4-3448AB543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9B6F4EA-9330-17CD-05A7-E76DAB4D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C1317F9-2548-62A8-B3E7-081E1999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180E92C1-25AA-D8C5-F857-E30F6020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4606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8741F31-6D1D-FFE7-005C-C71A746A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8665BB10-F1D1-EB64-ED0F-397FE64D6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5884CAF3-9684-6421-1D4E-EEB7C0934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14B5B0DC-E6DE-25B5-7D25-645506E23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8336A3F1-825C-5C6C-AA3B-147C9270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676BF9F-7DEF-6A99-E499-BBAF476DE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753662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252A30F-BA28-3500-D46B-48DBB4F1C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3F14E5C9-6DF9-B850-D0DD-DC54F41D4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E03BC81C-D1FF-F99B-82E7-BEEB8DDBA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A3885D6D-94CA-1B11-7901-72183D3F3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CB450B4-EFEF-5564-7483-F700AAA5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5481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8E6B959F-59C1-EA20-4078-1AF13A26CA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1B5D6791-39B2-5339-35B7-99975667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93762FBC-F89E-B620-3C66-A421E7EAF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DAEF0BBD-F06D-A6D6-3FE0-C16E599FC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764971B-C5E6-5A01-69B6-18BF491C6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74385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66C532BB-8C36-6DA2-8BB4-9BB3DD51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AC3C54D0-0476-61FF-8303-1F594CECB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42AD835-84A7-73CF-E27A-59EC2CEDFB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6DE2E7-DD13-434B-8736-E41092908FAF}" type="datetimeFigureOut">
              <a:rPr lang="fi-FI" smtClean="0"/>
              <a:t>25.11.2025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F8DCAB4-13E8-6363-8D77-4313D8EB0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DD4046E-3E9C-0D4A-6562-A0669AE5AE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982569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132C709-394B-830B-4607-8346A721F2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i-FI" dirty="0"/>
              <a:t>Oppilaiden koetulosten ennustaminen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54F100DC-F82F-7D0A-49C5-51838601D2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Joona Launonen, Anni Tarvainen, Santeri Leinonen</a:t>
            </a:r>
          </a:p>
          <a:p>
            <a:r>
              <a:rPr lang="fi-FI" dirty="0"/>
              <a:t>Syksy 2025</a:t>
            </a:r>
          </a:p>
          <a:p>
            <a:r>
              <a:rPr lang="fi-FI" dirty="0"/>
              <a:t>TIES4600</a:t>
            </a:r>
          </a:p>
        </p:txBody>
      </p:sp>
    </p:spTree>
    <p:extLst>
      <p:ext uri="{BB962C8B-B14F-4D97-AF65-F5344CB8AC3E}">
        <p14:creationId xmlns:p14="http://schemas.microsoft.com/office/powerpoint/2010/main" val="22325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352BD35-CEFB-63BB-997D-4CD9A76DE5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i-FI" dirty="0"/>
              <a:t>Tavoite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9D934FDA-D8C4-A19C-BA3F-032A03495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Ennustaa koetuloksia ja tunnistaa millä tekijöillä on suurin vaikutus.</a:t>
            </a:r>
          </a:p>
        </p:txBody>
      </p:sp>
    </p:spTree>
    <p:extLst>
      <p:ext uri="{BB962C8B-B14F-4D97-AF65-F5344CB8AC3E}">
        <p14:creationId xmlns:p14="http://schemas.microsoft.com/office/powerpoint/2010/main" val="1582695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00E4F13-0FB6-C659-5A45-D84B090B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Datan esittely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C04673C7-F578-2ECA-98EF-6133E9A7B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i-FI" dirty="0"/>
              <a:t>Simuloitua dataa</a:t>
            </a:r>
          </a:p>
          <a:p>
            <a:r>
              <a:rPr lang="fi-FI" dirty="0"/>
              <a:t>6607 havaintoa, 20 muuttujasta</a:t>
            </a:r>
          </a:p>
          <a:p>
            <a:r>
              <a:rPr lang="fi-FI" dirty="0"/>
              <a:t>Tutkitaan muuttujien vaikutusta </a:t>
            </a:r>
            <a:r>
              <a:rPr lang="fi-FI" dirty="0" err="1"/>
              <a:t>Exam_Score</a:t>
            </a:r>
            <a:r>
              <a:rPr lang="fi-FI" dirty="0"/>
              <a:t>-muuttujaan</a:t>
            </a:r>
          </a:p>
          <a:p>
            <a:r>
              <a:rPr lang="fi-FI" dirty="0" err="1"/>
              <a:t>Exam_Score</a:t>
            </a:r>
            <a:r>
              <a:rPr lang="fi-FI" dirty="0"/>
              <a:t> vaihtelee 55:n ja 101:n välillä</a:t>
            </a:r>
          </a:p>
          <a:p>
            <a:endParaRPr lang="fi-FI" dirty="0"/>
          </a:p>
          <a:p>
            <a:r>
              <a:rPr lang="fi-FI" dirty="0" err="1"/>
              <a:t>Parental_Education_Level</a:t>
            </a:r>
            <a:r>
              <a:rPr lang="fi-FI" dirty="0"/>
              <a:t>-muuttujassa on 90 puuttuvaa havaintoa</a:t>
            </a:r>
          </a:p>
          <a:p>
            <a:r>
              <a:rPr lang="fi-FI" dirty="0" err="1"/>
              <a:t>Teacher_Quality</a:t>
            </a:r>
            <a:r>
              <a:rPr lang="fi-FI" dirty="0"/>
              <a:t>-muuttujassa on 78 puuttuvaa havaintoa</a:t>
            </a:r>
          </a:p>
          <a:p>
            <a:r>
              <a:rPr lang="fi-FI" dirty="0" err="1"/>
              <a:t>Distance_From_Home</a:t>
            </a:r>
            <a:r>
              <a:rPr lang="fi-FI" dirty="0"/>
              <a:t>-muuttujassa on 67 puuttuvaa havaintoa</a:t>
            </a:r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1263036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F7B2F17B-FA2B-8B8A-C2E9-14E5D7A9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Datan käsittely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C261BFE2-F3AB-BCF0-8B84-505F2BFF9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Koska puuttuvia havaintoja oli vähän suhteessa datan kokonaismäärään, voitiin puuttuvat havainnot poistaa datasta.</a:t>
            </a:r>
          </a:p>
          <a:p>
            <a:r>
              <a:rPr lang="fi-FI" dirty="0"/>
              <a:t>Jäljelle jäi 6378 havaintoa.</a:t>
            </a:r>
          </a:p>
          <a:p>
            <a:endParaRPr lang="fi-FI" dirty="0"/>
          </a:p>
          <a:p>
            <a:r>
              <a:rPr lang="fi-FI" dirty="0"/>
              <a:t>Datalle tehtiin logaritmimuunnos, jotta satunnaiset ääriarvot eivät vaikuta malliin niin radikaalisti.</a:t>
            </a:r>
          </a:p>
          <a:p>
            <a:endParaRPr lang="fi-FI" dirty="0"/>
          </a:p>
          <a:p>
            <a:r>
              <a:rPr lang="fi-FI"/>
              <a:t>Korrelaatiot?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3345651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9AE275C-BA1D-A8BA-D769-A7828155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Malli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EB2745C-AEB7-F221-F9D5-91A7B9962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i-FI" dirty="0"/>
              <a:t>Mitä käytetään</a:t>
            </a:r>
          </a:p>
          <a:p>
            <a:pPr lvl="1"/>
            <a:r>
              <a:rPr lang="fi-FI" dirty="0"/>
              <a:t>Miksi</a:t>
            </a:r>
          </a:p>
          <a:p>
            <a:pPr lvl="1"/>
            <a:r>
              <a:rPr lang="fi-FI" dirty="0"/>
              <a:t>Vertailu</a:t>
            </a:r>
          </a:p>
          <a:p>
            <a:r>
              <a:rPr lang="fi-FI" dirty="0"/>
              <a:t>Miten testattu</a:t>
            </a:r>
          </a:p>
          <a:p>
            <a:r>
              <a:rPr lang="fi-FI" dirty="0"/>
              <a:t>Miten toimii</a:t>
            </a:r>
          </a:p>
          <a:p>
            <a:pPr marL="0" indent="0">
              <a:buNone/>
            </a:pPr>
            <a:endParaRPr lang="fi-FI" dirty="0"/>
          </a:p>
          <a:p>
            <a:r>
              <a:rPr lang="fi-FI" dirty="0"/>
              <a:t>Numeeristen muuttujien ja vastemuuttujien suhde vaikuttaa tarkastellessa lineaariselta.</a:t>
            </a:r>
          </a:p>
          <a:p>
            <a:r>
              <a:rPr lang="fi-FI" dirty="0"/>
              <a:t>Lineaarinen malli on hyvä tutkittaessa miten muuttujat vaikuttavat vastemuuttujaan.</a:t>
            </a:r>
          </a:p>
        </p:txBody>
      </p:sp>
    </p:spTree>
    <p:extLst>
      <p:ext uri="{BB962C8B-B14F-4D97-AF65-F5344CB8AC3E}">
        <p14:creationId xmlns:p14="http://schemas.microsoft.com/office/powerpoint/2010/main" val="60221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486877ED-D104-784E-15B5-C0D7A2988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Tulokset	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46C4FFC-18AE-5A10-A08F-2BFC15ABC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Mitkä jutut tärkeimpiä</a:t>
            </a:r>
          </a:p>
          <a:p>
            <a:r>
              <a:rPr lang="fi-FI" dirty="0"/>
              <a:t>Ongelmia?</a:t>
            </a:r>
          </a:p>
          <a:p>
            <a:r>
              <a:rPr lang="fi-FI" dirty="0"/>
              <a:t>Kuvia</a:t>
            </a:r>
          </a:p>
        </p:txBody>
      </p:sp>
    </p:spTree>
    <p:extLst>
      <p:ext uri="{BB962C8B-B14F-4D97-AF65-F5344CB8AC3E}">
        <p14:creationId xmlns:p14="http://schemas.microsoft.com/office/powerpoint/2010/main" val="2077846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731B409-D073-ACD9-53BB-302DAAD19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Kuvat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48913DC-157C-87DE-ADF4-72DF71D13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561962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151</Words>
  <Application>Microsoft Office PowerPoint</Application>
  <PresentationFormat>Laajakuva</PresentationFormat>
  <Paragraphs>36</Paragraphs>
  <Slides>7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Office-teema</vt:lpstr>
      <vt:lpstr>Oppilaiden koetulosten ennustaminen</vt:lpstr>
      <vt:lpstr>Tavoite</vt:lpstr>
      <vt:lpstr>Datan esittely</vt:lpstr>
      <vt:lpstr>Datan käsittely</vt:lpstr>
      <vt:lpstr>Malli</vt:lpstr>
      <vt:lpstr>Tulokset </vt:lpstr>
      <vt:lpstr>Kuvat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Launonen, Joona</dc:creator>
  <cp:lastModifiedBy>Tarvainen, Anni</cp:lastModifiedBy>
  <cp:revision>19</cp:revision>
  <dcterms:created xsi:type="dcterms:W3CDTF">2025-11-19T09:13:50Z</dcterms:created>
  <dcterms:modified xsi:type="dcterms:W3CDTF">2025-11-25T09:37:20Z</dcterms:modified>
</cp:coreProperties>
</file>