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6C2B22D-5353-8223-E040-59CC2CCB0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3CFF4542-07B1-7AC8-BD05-F22DDE3A2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AA644F3D-EDFB-02C4-6BAE-E7ADF2A6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8777C9F-66C4-6DFA-721D-C7E7AD58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97D1043D-02DA-FDB7-DC8A-BD467386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2276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BEE3F8A-7657-6385-AF4E-BE5C95AD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25E146E-91EE-ACB6-8316-3E5FDDB28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5CC0684F-0B78-D33E-24F7-41E6832C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312F6DD1-1B65-0313-93B9-3475483B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190CD544-00E6-6596-9E79-8D3DDFD5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6417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CB286C9-AC63-FFE5-16C1-D2EA7CB1E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BC8549E4-CB3F-40AF-D7FB-8F1E044D6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C686769A-A562-1FCD-75F3-B529E32C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D783CDE-6080-0828-9D62-1CE75D1D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0EC4875D-6C76-1909-D14C-44572D13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2072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65753EC-1829-ECDF-BDEF-055D4D42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E314463-AF30-DF26-6AA2-B642EF798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9F40D3F6-CD6E-6D70-C6BF-2A9830958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892A9619-6362-511C-517E-B253A341E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AD53AC47-8CEB-8854-CAE8-CBA6FB67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2E31D43D-34B1-37CB-D3B6-7FC4E8AB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5118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2B84CEC-D139-4E26-1C40-A91C76B0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2CBC9418-2198-D0E1-E222-573C94552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>
            <a:extLst>
              <a:ext uri="{FF2B5EF4-FFF2-40B4-BE49-F238E27FC236}">
                <a16:creationId xmlns:a16="http://schemas.microsoft.com/office/drawing/2014/main" id="{EB4F57E6-4FF5-714A-5906-4B4CE9D37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>
            <a:extLst>
              <a:ext uri="{FF2B5EF4-FFF2-40B4-BE49-F238E27FC236}">
                <a16:creationId xmlns:a16="http://schemas.microsoft.com/office/drawing/2014/main" id="{63980D13-B70A-1CAE-7524-BF0A67BA2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>
            <a:extLst>
              <a:ext uri="{FF2B5EF4-FFF2-40B4-BE49-F238E27FC236}">
                <a16:creationId xmlns:a16="http://schemas.microsoft.com/office/drawing/2014/main" id="{C5E34013-FA61-1831-32EE-DB2E1B789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122E5E33-8F50-7913-198D-7D232BA9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4FA37D19-B8CD-8B2C-A184-66F59399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5A461420-0B43-0262-0F9F-BBD2FD1B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71304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B264C55-7A7F-9C50-AFDC-21521E4B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äivämäärän paikkamerkki 2">
            <a:extLst>
              <a:ext uri="{FF2B5EF4-FFF2-40B4-BE49-F238E27FC236}">
                <a16:creationId xmlns:a16="http://schemas.microsoft.com/office/drawing/2014/main" id="{113BC3C3-5F71-491C-E503-60A3058C8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4" name="Alatunnisteen paikkamerkki 3">
            <a:extLst>
              <a:ext uri="{FF2B5EF4-FFF2-40B4-BE49-F238E27FC236}">
                <a16:creationId xmlns:a16="http://schemas.microsoft.com/office/drawing/2014/main" id="{2CFFB732-56F4-3A9B-5C72-5F738CF0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>
            <a:extLst>
              <a:ext uri="{FF2B5EF4-FFF2-40B4-BE49-F238E27FC236}">
                <a16:creationId xmlns:a16="http://schemas.microsoft.com/office/drawing/2014/main" id="{C2C83F6A-4341-781D-4017-B5C48B2C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9604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A074F22A-3C89-A20A-0F3F-5271B92DF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06E054A9-E68D-3026-C9AC-FEF9ABCC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7A11121-0112-9493-3D77-8F4CB5DD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7390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uvateksti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FFBD028-7B7D-8863-8406-2CB7824A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66474D4-9CBD-4204-EF2D-E6B8A1EC9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C3BE674D-8D53-44C0-B7B4-3448AB543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59B6F4EA-9330-17CD-05A7-E76DAB4D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7C1317F9-2548-62A8-B3E7-081E1999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180E92C1-25AA-D8C5-F857-E30F6020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4606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uvateksti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8741F31-6D1D-FFE7-005C-C71A746A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ots. perustyyl. napsautt.</a:t>
            </a:r>
          </a:p>
        </p:txBody>
      </p:sp>
      <p:sp>
        <p:nvSpPr>
          <p:cNvPr id="3" name="Kuvan paikkamerkki 2">
            <a:extLst>
              <a:ext uri="{FF2B5EF4-FFF2-40B4-BE49-F238E27FC236}">
                <a16:creationId xmlns:a16="http://schemas.microsoft.com/office/drawing/2014/main" id="{8665BB10-F1D1-EB64-ED0F-397FE64D6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>
            <a:extLst>
              <a:ext uri="{FF2B5EF4-FFF2-40B4-BE49-F238E27FC236}">
                <a16:creationId xmlns:a16="http://schemas.microsoft.com/office/drawing/2014/main" id="{5884CAF3-9684-6421-1D4E-EEB7C0934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>
            <a:extLst>
              <a:ext uri="{FF2B5EF4-FFF2-40B4-BE49-F238E27FC236}">
                <a16:creationId xmlns:a16="http://schemas.microsoft.com/office/drawing/2014/main" id="{14B5B0DC-E6DE-25B5-7D25-645506E2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6" name="Alatunnisteen paikkamerkki 5">
            <a:extLst>
              <a:ext uri="{FF2B5EF4-FFF2-40B4-BE49-F238E27FC236}">
                <a16:creationId xmlns:a16="http://schemas.microsoft.com/office/drawing/2014/main" id="{8336A3F1-825C-5C6C-AA3B-147C9270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>
            <a:extLst>
              <a:ext uri="{FF2B5EF4-FFF2-40B4-BE49-F238E27FC236}">
                <a16:creationId xmlns:a16="http://schemas.microsoft.com/office/drawing/2014/main" id="{F676BF9F-7DEF-6A99-E499-BBAF476DE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53662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252A30F-BA28-3500-D46B-48DBB4F1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3F14E5C9-6DF9-B850-D0DD-DC54F41D4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E03BC81C-D1FF-F99B-82E7-BEEB8DDB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A3885D6D-94CA-1B11-7901-72183D3F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CB450B4-EFEF-5564-7483-F700AAA5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4813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>
            <a:extLst>
              <a:ext uri="{FF2B5EF4-FFF2-40B4-BE49-F238E27FC236}">
                <a16:creationId xmlns:a16="http://schemas.microsoft.com/office/drawing/2014/main" id="{8E6B959F-59C1-EA20-4078-1AF13A26C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Pystysuoran tekstin paikkamerkki 2">
            <a:extLst>
              <a:ext uri="{FF2B5EF4-FFF2-40B4-BE49-F238E27FC236}">
                <a16:creationId xmlns:a16="http://schemas.microsoft.com/office/drawing/2014/main" id="{1B5D6791-39B2-5339-35B7-99975667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3762FBC-F89E-B620-3C66-A421E7EA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DAEF0BBD-F06D-A6D6-3FE0-C16E599F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8764971B-C5E6-5A01-69B6-18BF491C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7438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>
            <a:extLst>
              <a:ext uri="{FF2B5EF4-FFF2-40B4-BE49-F238E27FC236}">
                <a16:creationId xmlns:a16="http://schemas.microsoft.com/office/drawing/2014/main" id="{66C532BB-8C36-6DA2-8BB4-9BB3DD51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ots. perustyyl. napsautt.</a:t>
            </a:r>
          </a:p>
        </p:txBody>
      </p:sp>
      <p:sp>
        <p:nvSpPr>
          <p:cNvPr id="3" name="Tekstin paikkamerkki 2">
            <a:extLst>
              <a:ext uri="{FF2B5EF4-FFF2-40B4-BE49-F238E27FC236}">
                <a16:creationId xmlns:a16="http://schemas.microsoft.com/office/drawing/2014/main" id="{AC3C54D0-0476-61FF-8303-1F594CECB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242AD835-84A7-73CF-E27A-59EC2CEDF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DE2E7-DD13-434B-8736-E41092908FAF}" type="datetimeFigureOut">
              <a:rPr lang="fi-FI" smtClean="0"/>
              <a:t>19.11.2025</a:t>
            </a:fld>
            <a:endParaRPr lang="fi-FI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1F8DCAB4-13E8-6363-8D77-4313D8EB0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4DD4046E-3E9C-0D4A-6562-A0669AE5A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E2194-CA35-4DC0-ADA0-64D1754225C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8256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352BD35-CEFB-63BB-997D-4CD9A76DE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Tavoite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9D934FDA-D8C4-A19C-BA3F-032A03495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Ennustaa koetuloksia ja tunnistaa millä </a:t>
            </a:r>
            <a:r>
              <a:rPr lang="fi-FI" dirty="0" err="1"/>
              <a:t>tekijöilllä</a:t>
            </a:r>
            <a:r>
              <a:rPr lang="fi-FI" dirty="0"/>
              <a:t> on suurin vaikutus.</a:t>
            </a:r>
          </a:p>
        </p:txBody>
      </p:sp>
    </p:spTree>
    <p:extLst>
      <p:ext uri="{BB962C8B-B14F-4D97-AF65-F5344CB8AC3E}">
        <p14:creationId xmlns:p14="http://schemas.microsoft.com/office/powerpoint/2010/main" val="1582695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00E4F13-0FB6-C659-5A45-D84B090B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Datan esittely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C04673C7-F578-2ECA-98EF-6133E9A7B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Muuttujien kuvailu</a:t>
            </a:r>
          </a:p>
          <a:p>
            <a:r>
              <a:rPr lang="fi-FI" dirty="0"/>
              <a:t>Puuttuvat arvot</a:t>
            </a:r>
          </a:p>
          <a:p>
            <a:r>
              <a:rPr lang="fi-FI" dirty="0"/>
              <a:t>Kuvia</a:t>
            </a:r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26303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9AE275C-BA1D-A8BA-D769-A7828155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Malli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EB2745C-AEB7-F221-F9D5-91A7B9962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Mitä käytetään</a:t>
            </a:r>
          </a:p>
          <a:p>
            <a:pPr lvl="1"/>
            <a:r>
              <a:rPr lang="fi-FI" dirty="0"/>
              <a:t>Miksi</a:t>
            </a:r>
          </a:p>
          <a:p>
            <a:r>
              <a:rPr lang="fi-FI" dirty="0"/>
              <a:t>Miten testattu</a:t>
            </a:r>
          </a:p>
          <a:p>
            <a:r>
              <a:rPr lang="fi-FI" dirty="0"/>
              <a:t>Miten toimii</a:t>
            </a:r>
          </a:p>
        </p:txBody>
      </p:sp>
    </p:spTree>
    <p:extLst>
      <p:ext uri="{BB962C8B-B14F-4D97-AF65-F5344CB8AC3E}">
        <p14:creationId xmlns:p14="http://schemas.microsoft.com/office/powerpoint/2010/main" val="60221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86877ED-D104-784E-15B5-C0D7A2988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Tulokset	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46C4FFC-18AE-5A10-A08F-2BFC15ABC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Mitkä jutut tärkeimpiä</a:t>
            </a:r>
          </a:p>
          <a:p>
            <a:r>
              <a:rPr lang="fi-FI" dirty="0"/>
              <a:t>Ongelmia?</a:t>
            </a:r>
          </a:p>
          <a:p>
            <a:r>
              <a:rPr lang="fi-FI" dirty="0"/>
              <a:t>Kuvia</a:t>
            </a:r>
          </a:p>
        </p:txBody>
      </p:sp>
    </p:spTree>
    <p:extLst>
      <p:ext uri="{BB962C8B-B14F-4D97-AF65-F5344CB8AC3E}">
        <p14:creationId xmlns:p14="http://schemas.microsoft.com/office/powerpoint/2010/main" val="2077846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</Words>
  <Application>Microsoft Office PowerPoint</Application>
  <PresentationFormat>Laajakuva</PresentationFormat>
  <Paragraphs>15</Paragraphs>
  <Slides>4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Office-teema</vt:lpstr>
      <vt:lpstr>Tavoite</vt:lpstr>
      <vt:lpstr>Datan esittely</vt:lpstr>
      <vt:lpstr>Malli</vt:lpstr>
      <vt:lpstr>Tulokset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Launonen, Joona</dc:creator>
  <cp:lastModifiedBy>Launonen, Joona</cp:lastModifiedBy>
  <cp:revision>3</cp:revision>
  <dcterms:created xsi:type="dcterms:W3CDTF">2025-11-19T09:13:50Z</dcterms:created>
  <dcterms:modified xsi:type="dcterms:W3CDTF">2025-11-19T09:21:50Z</dcterms:modified>
</cp:coreProperties>
</file>